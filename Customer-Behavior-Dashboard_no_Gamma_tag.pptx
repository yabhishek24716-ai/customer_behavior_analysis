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ublic Sans" panose="020B0604020202020204" charset="0"/>
      <p:regular r:id="rId13"/>
    </p:embeddedFont>
    <p:embeddedFont>
      <p:font typeface="Public Sans Bold" panose="020B0604020202020204" charset="0"/>
      <p:regular r:id="rId14"/>
    </p:embeddedFont>
    <p:embeddedFont>
      <p:font typeface="Public Sans Medium" panose="020B0604020202020204" charset="0"/>
      <p:regular r:id="rId15"/>
    </p:embeddedFont>
    <p:embeddedFont>
      <p:font typeface="Public Sans SemiBold" panose="020B0604020202020204" charset="0"/>
      <p:regular r:id="rId16"/>
    </p:embeddedFont>
    <p:embeddedFont>
      <p:font typeface="Sora ExtraBold" panose="020B0604020202020204" charset="0"/>
      <p:regular r:id="rId17"/>
    </p:embeddedFont>
    <p:embeddedFont>
      <p:font typeface="Sora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08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scope: 3,900 purchases, the signals they contain, and the growth decisions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dashboard as one connected view: the dataset, the controls, and the KPI layer all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three numbers an executive can absorb immediately. The dashboard is designed to make that first read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Clothing is the clear anchor: it leads revenue and sales. The immediate action is to use it as the starting point for bundles, cross-sell, and campaign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two signals: loyalty is already strong, but most customers remain outside the subscription program. That is the conversion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adults lead at $62,143, but the range is relatively narrow. The implication is differentiated messaging across cohorts, not a single-segment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Discounts are not only reaching low-value shoppers: 839 above-average purchasers used them. The five products near 50% create a focused test list, but margin guardrails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low-complexity tests: feature products with the strongest ratings, use bundles to connect demand, and test express upgrades where basket value is already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workflow explicit: filter, compare, interpret, act. The dashboard becomes useful when this loop repeats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translating the dashboard into five moves: subscription conversion, margin discipline, product-led campaigns, cohort-aware messaging, and express shipping as a value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1440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BEHAVIOR · EXECUTIVE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417241"/>
            <a:ext cx="814684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108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Customer Behavior Dashboard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4416425"/>
            <a:ext cx="814684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3,900 purchases reveal about revenue, loyalty, product demand, and the next growth moves.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09584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dashboard connects the full shopping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20464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88293" y="2184598"/>
            <a:ext cx="571713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3,900 purchases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8293" y="2648744"/>
            <a:ext cx="571713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 fields across customers, products, promotions, shipping, reviews, and subscriptions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9585" y="350758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1254" y="3487539"/>
            <a:ext cx="56741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Interactive controls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1254" y="3951684"/>
            <a:ext cx="567417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Subscription status, gender, category, and shipping type filters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585" y="4543524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37108" y="4523482"/>
            <a:ext cx="56683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Core KPIs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7108" y="4987627"/>
            <a:ext cx="56683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count, average purchase amount, average review rating, revenue, sales, and age-group performance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9585" y="3328789"/>
            <a:ext cx="6095848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4364732"/>
            <a:ext cx="6095848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958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EXECUTIVE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5486263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dashboard makes the headline visible in 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548626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dashboard as an executive snapshot: </a:t>
            </a: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3.9K customers</a:t>
            </a: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</a:t>
            </a: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$59.76 average purchase amount</a:t>
            </a: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a </a:t>
            </a: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3.75 average review rating</a:t>
            </a: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5911751"/>
            <a:ext cx="2672390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9062" y="5976441"/>
            <a:ext cx="302302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FILTER → READ → DECIDE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C4EBD3-DE6A-3535-C078-5C09F23E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0" y="314960"/>
            <a:ext cx="5842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CATEGORY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Clothing is the growth engine across revenue and sales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30252"/>
            <a:ext cx="6834909" cy="36073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1584" y="2758182"/>
            <a:ext cx="2137317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6" name="Text 3"/>
          <p:cNvSpPr/>
          <p:nvPr/>
        </p:nvSpPr>
        <p:spPr>
          <a:xfrm>
            <a:off x="8031061" y="2822873"/>
            <a:ext cx="248794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ANCHOR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01584" y="3180556"/>
            <a:ext cx="368052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Clothing leads both value and volume by a wide margin.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01584" y="4570512"/>
            <a:ext cx="368052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clothing as the anchor for bundles, cross-sell, and campaign testing.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LOYALTY &amp; SUBSCRIPTION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Loyalty is strong, but subscription conversion is the gap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24199"/>
            <a:ext cx="6603835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2088654"/>
            <a:ext cx="1933229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6" name="Text 3"/>
          <p:cNvSpPr/>
          <p:nvPr/>
        </p:nvSpPr>
        <p:spPr>
          <a:xfrm>
            <a:off x="7855845" y="2153345"/>
            <a:ext cx="228385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27% SUBSCRIBED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26368" y="2511028"/>
            <a:ext cx="3855743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base returns. The program still has room to convert.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368" y="3900984"/>
            <a:ext cx="385574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 3,116; Returning 701; New 83. Subscribed 27% versus 73% not subscribed.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26368" y="5021064"/>
            <a:ext cx="1272250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0" name="Text 7"/>
          <p:cNvSpPr/>
          <p:nvPr/>
        </p:nvSpPr>
        <p:spPr>
          <a:xfrm>
            <a:off x="7726368" y="5240139"/>
            <a:ext cx="385574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Opportunity: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convert repeat behavior into recurring value with exclusive subscriber benefits.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Young adults lead revenue, but the cohorts are close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22488"/>
            <a:ext cx="7010225" cy="35677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76998" y="2591395"/>
            <a:ext cx="1918843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06475" y="2656086"/>
            <a:ext cx="226947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NARROW SPREAD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76998" y="3013770"/>
            <a:ext cx="350511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$62,143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076998" y="3940870"/>
            <a:ext cx="35051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 Adult revenue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76998" y="4282182"/>
            <a:ext cx="350511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Follow the lead, but use differentiated messaging rather than one-segment targeting.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PROMOTION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Discounts are reaching high-value customers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96591"/>
            <a:ext cx="6603835" cy="361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368" y="2558951"/>
            <a:ext cx="3855743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839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726368" y="3486051"/>
            <a:ext cx="38557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shoppers used discounts while spending above the average purchase amount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368" y="4095651"/>
            <a:ext cx="1272250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8" name="Text 5"/>
          <p:cNvSpPr/>
          <p:nvPr/>
        </p:nvSpPr>
        <p:spPr>
          <a:xfrm>
            <a:off x="7726368" y="4314726"/>
            <a:ext cx="385574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Decision: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move from blanket discounts to targeted offers with margin guardrails.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09584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and shipping signals point to easy experiments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3954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88293" y="2019498"/>
            <a:ext cx="571713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Top-rated products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8293" y="2483644"/>
            <a:ext cx="571713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Gloves 3.86, Sandals 3.84, Boots 3.82, Hat 3.80, Skirt 3.78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9585" y="3227884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1254" y="3207841"/>
            <a:ext cx="56741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Shipping signal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1254" y="3671987"/>
            <a:ext cx="567417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Express average purchase $60.48 versus Standard $58.46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585" y="4416227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37108" y="4396184"/>
            <a:ext cx="56683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Experiments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7108" y="4860330"/>
            <a:ext cx="56683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rated winners, test bundles, and place express upgrades beside higher-value baskets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9585" y="2972891"/>
            <a:ext cx="6095848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4161234"/>
            <a:ext cx="6095848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OPERATING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Use filters to turn the dashboard into a decision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2514537" cy="4684018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1818382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3578" y="2120602"/>
            <a:ext cx="2006550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3578" y="2269133"/>
            <a:ext cx="2006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78" y="2733278"/>
            <a:ext cx="2006550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Choose subscription status, gender, category, or shipping type.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28914" y="1564382"/>
            <a:ext cx="2514537" cy="4684018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2908" y="1818382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82908" y="2120602"/>
            <a:ext cx="2006550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682908" y="2269133"/>
            <a:ext cx="2006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2908" y="2733278"/>
            <a:ext cx="200655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Watch KPI cards and category or age-group charts shift together.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8244" y="1564382"/>
            <a:ext cx="2514537" cy="4684018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2237" y="1818382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02237" y="2120602"/>
            <a:ext cx="2006550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502237" y="2269133"/>
            <a:ext cx="2006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Interpret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2237" y="2733278"/>
            <a:ext cx="200655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the segment, product, or offer driving the change.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67573" y="1564382"/>
            <a:ext cx="2514537" cy="4684018"/>
          </a:xfrm>
          <a:prstGeom prst="roundRect">
            <a:avLst>
              <a:gd name="adj" fmla="val 128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1567" y="1818382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321567" y="2120602"/>
            <a:ext cx="2006550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9321567" y="2269133"/>
            <a:ext cx="2006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1567" y="2733278"/>
            <a:ext cx="200655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Launch a targeted test and return to the dashboard weekly.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38200"/>
            <a:ext cx="104073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FROM SIGNAL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121966"/>
            <a:ext cx="9797805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Five growth moves follow directly from the data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2772966"/>
            <a:ext cx="9797805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Convert loyal and repeat buyers into subscribers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Protect margins with targeted discounts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Build campaigns around top-rated and best-selling products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Prioritize young adults while tailoring messages for adjacent cohorts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Use express shipping as a value signal for higher-value baskets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736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Public Sans Bold</vt:lpstr>
      <vt:lpstr>Public Sans Medium</vt:lpstr>
      <vt:lpstr>Public Sans</vt:lpstr>
      <vt:lpstr>Sora SemiBold</vt:lpstr>
      <vt:lpstr>Public Sans SemiBold</vt:lpstr>
      <vt:lpstr>Sora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abhishek kumar singh</cp:lastModifiedBy>
  <cp:revision>2</cp:revision>
  <dcterms:created xsi:type="dcterms:W3CDTF">2026-10-01T20:53:03Z</dcterms:created>
  <dcterms:modified xsi:type="dcterms:W3CDTF">2026-10-01T20:56:30Z</dcterms:modified>
</cp:coreProperties>
</file>